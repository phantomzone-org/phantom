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4400213" cy="5580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9"/>
    <p:restoredTop sz="94700"/>
  </p:normalViewPr>
  <p:slideViewPr>
    <p:cSldViewPr snapToGrid="0">
      <p:cViewPr>
        <p:scale>
          <a:sx n="66" d="100"/>
          <a:sy n="66" d="100"/>
        </p:scale>
        <p:origin x="1120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913219"/>
            <a:ext cx="10800160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2930825"/>
            <a:ext cx="10800160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0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8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391141"/>
            <a:ext cx="12420184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3734251"/>
            <a:ext cx="12420184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82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82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82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82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82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82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82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5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485433"/>
            <a:ext cx="6120091" cy="354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485433"/>
            <a:ext cx="6120091" cy="354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44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297087"/>
            <a:ext cx="12420184" cy="10785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367891"/>
            <a:ext cx="609196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038273"/>
            <a:ext cx="6091965" cy="2997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367891"/>
            <a:ext cx="612196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038273"/>
            <a:ext cx="6121966" cy="2997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6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6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2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372004"/>
            <a:ext cx="4644443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803426"/>
            <a:ext cx="7290108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674019"/>
            <a:ext cx="4644443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6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372004"/>
            <a:ext cx="4644443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803426"/>
            <a:ext cx="7290108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1674019"/>
            <a:ext cx="4644443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0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3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297087"/>
            <a:ext cx="3105046" cy="47288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297087"/>
            <a:ext cx="9135135" cy="47288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6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297087"/>
            <a:ext cx="12420184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485433"/>
            <a:ext cx="12420184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5171892"/>
            <a:ext cx="324004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03A06-694F-E044-8F80-7C83569287D6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5171892"/>
            <a:ext cx="4860072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5171892"/>
            <a:ext cx="324004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38067-B6CB-AB4A-A232-99C76AC0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9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5BBFF9-DB74-2CB1-91A2-8ABD99252672}"/>
              </a:ext>
            </a:extLst>
          </p:cNvPr>
          <p:cNvSpPr/>
          <p:nvPr/>
        </p:nvSpPr>
        <p:spPr>
          <a:xfrm>
            <a:off x="5816737" y="1798191"/>
            <a:ext cx="3656028" cy="3410312"/>
          </a:xfrm>
          <a:prstGeom prst="roundRect">
            <a:avLst>
              <a:gd name="adj" fmla="val 7253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BA6C42D-941C-ACBD-A328-165BC963F7AE}"/>
              </a:ext>
            </a:extLst>
          </p:cNvPr>
          <p:cNvSpPr/>
          <p:nvPr/>
        </p:nvSpPr>
        <p:spPr>
          <a:xfrm>
            <a:off x="155363" y="110807"/>
            <a:ext cx="1451562" cy="89262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Rust Program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C56E5C-F708-4E74-6EE9-CDE4909CA542}"/>
              </a:ext>
            </a:extLst>
          </p:cNvPr>
          <p:cNvSpPr/>
          <p:nvPr/>
        </p:nvSpPr>
        <p:spPr>
          <a:xfrm>
            <a:off x="2780193" y="108957"/>
            <a:ext cx="1981201" cy="88494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RISC-V Instructions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40231B-0D3D-7B83-8DC6-50EF87981CE1}"/>
              </a:ext>
            </a:extLst>
          </p:cNvPr>
          <p:cNvCxnSpPr>
            <a:cxnSpLocks/>
          </p:cNvCxnSpPr>
          <p:nvPr/>
        </p:nvCxnSpPr>
        <p:spPr>
          <a:xfrm>
            <a:off x="1658965" y="555267"/>
            <a:ext cx="10341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E49239-F988-296C-1BF0-7A338C3B149C}"/>
              </a:ext>
            </a:extLst>
          </p:cNvPr>
          <p:cNvSpPr txBox="1"/>
          <p:nvPr/>
        </p:nvSpPr>
        <p:spPr>
          <a:xfrm>
            <a:off x="1571876" y="212872"/>
            <a:ext cx="1121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Compile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72CFD2-2F76-9467-ADA8-B3797C8AFD72}"/>
              </a:ext>
            </a:extLst>
          </p:cNvPr>
          <p:cNvCxnSpPr>
            <a:cxnSpLocks/>
          </p:cNvCxnSpPr>
          <p:nvPr/>
        </p:nvCxnSpPr>
        <p:spPr>
          <a:xfrm>
            <a:off x="4840478" y="563932"/>
            <a:ext cx="93231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09515E-0E13-2EF2-42A8-0A83816EFCE3}"/>
              </a:ext>
            </a:extLst>
          </p:cNvPr>
          <p:cNvSpPr txBox="1"/>
          <p:nvPr/>
        </p:nvSpPr>
        <p:spPr>
          <a:xfrm>
            <a:off x="4703606" y="221537"/>
            <a:ext cx="1121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Encrypt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46FF4CA-8821-BB56-7CE2-CFA6B40F1639}"/>
              </a:ext>
            </a:extLst>
          </p:cNvPr>
          <p:cNvSpPr/>
          <p:nvPr/>
        </p:nvSpPr>
        <p:spPr>
          <a:xfrm>
            <a:off x="5859881" y="121465"/>
            <a:ext cx="2673314" cy="88494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Encrypted/Plain Instructions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9946EC-FC13-0055-CB9D-D20D8D7AD1C0}"/>
              </a:ext>
            </a:extLst>
          </p:cNvPr>
          <p:cNvCxnSpPr>
            <a:cxnSpLocks/>
          </p:cNvCxnSpPr>
          <p:nvPr/>
        </p:nvCxnSpPr>
        <p:spPr>
          <a:xfrm flipH="1">
            <a:off x="6851204" y="1003435"/>
            <a:ext cx="3923" cy="11231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35D2DB-173F-5671-74FE-B37E74F445A6}"/>
              </a:ext>
            </a:extLst>
          </p:cNvPr>
          <p:cNvSpPr txBox="1"/>
          <p:nvPr/>
        </p:nvSpPr>
        <p:spPr>
          <a:xfrm>
            <a:off x="5944403" y="1171181"/>
            <a:ext cx="1121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Load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373B94E-E808-9585-F101-D42EA6C9E9C2}"/>
              </a:ext>
            </a:extLst>
          </p:cNvPr>
          <p:cNvSpPr/>
          <p:nvPr/>
        </p:nvSpPr>
        <p:spPr>
          <a:xfrm>
            <a:off x="909142" y="3668344"/>
            <a:ext cx="1175778" cy="604022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Inputs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2E027E-8646-3228-9D01-87185A7F3789}"/>
              </a:ext>
            </a:extLst>
          </p:cNvPr>
          <p:cNvCxnSpPr>
            <a:cxnSpLocks/>
          </p:cNvCxnSpPr>
          <p:nvPr/>
        </p:nvCxnSpPr>
        <p:spPr>
          <a:xfrm>
            <a:off x="2152425" y="3999272"/>
            <a:ext cx="10341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F763484-9875-1C00-9C9E-BCC4DDAEC8BC}"/>
              </a:ext>
            </a:extLst>
          </p:cNvPr>
          <p:cNvSpPr txBox="1"/>
          <p:nvPr/>
        </p:nvSpPr>
        <p:spPr>
          <a:xfrm>
            <a:off x="2065336" y="3656877"/>
            <a:ext cx="1121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Encrypt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A968CB3-814F-4BC6-8A13-3ED5BD4BC361}"/>
              </a:ext>
            </a:extLst>
          </p:cNvPr>
          <p:cNvSpPr/>
          <p:nvPr/>
        </p:nvSpPr>
        <p:spPr>
          <a:xfrm>
            <a:off x="3207228" y="3527886"/>
            <a:ext cx="2339545" cy="88494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Encrypted/Plain Inputs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F3C551-81C9-D90F-7D4F-C422FC365642}"/>
              </a:ext>
            </a:extLst>
          </p:cNvPr>
          <p:cNvCxnSpPr>
            <a:cxnSpLocks/>
          </p:cNvCxnSpPr>
          <p:nvPr/>
        </p:nvCxnSpPr>
        <p:spPr>
          <a:xfrm>
            <a:off x="5584671" y="4018420"/>
            <a:ext cx="136972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181E268-0419-0129-088B-CF940FD0D674}"/>
              </a:ext>
            </a:extLst>
          </p:cNvPr>
          <p:cNvSpPr/>
          <p:nvPr/>
        </p:nvSpPr>
        <p:spPr>
          <a:xfrm>
            <a:off x="9820103" y="3575268"/>
            <a:ext cx="1541691" cy="80401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Encrypted Outputs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EB9FE7-CBFB-8772-FAA9-0138F529C01A}"/>
              </a:ext>
            </a:extLst>
          </p:cNvPr>
          <p:cNvCxnSpPr>
            <a:cxnSpLocks/>
          </p:cNvCxnSpPr>
          <p:nvPr/>
        </p:nvCxnSpPr>
        <p:spPr>
          <a:xfrm>
            <a:off x="8814360" y="4018420"/>
            <a:ext cx="9791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BB2C4AF-9692-1CA5-30B5-A3EE4DC2AC4A}"/>
              </a:ext>
            </a:extLst>
          </p:cNvPr>
          <p:cNvSpPr/>
          <p:nvPr/>
        </p:nvSpPr>
        <p:spPr>
          <a:xfrm>
            <a:off x="5975671" y="2137603"/>
            <a:ext cx="1802696" cy="61977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Encrypted /Plain Instructions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1A21E65-771A-4A20-3F85-DCDDD63ADDD5}"/>
              </a:ext>
            </a:extLst>
          </p:cNvPr>
          <p:cNvSpPr/>
          <p:nvPr/>
        </p:nvSpPr>
        <p:spPr>
          <a:xfrm>
            <a:off x="7965173" y="2137603"/>
            <a:ext cx="1389883" cy="61977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Encrypted Memory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94C68B4-7273-F2AD-CDFA-71F9E6285735}"/>
              </a:ext>
            </a:extLst>
          </p:cNvPr>
          <p:cNvSpPr/>
          <p:nvPr/>
        </p:nvSpPr>
        <p:spPr>
          <a:xfrm>
            <a:off x="6729765" y="4870877"/>
            <a:ext cx="1783976" cy="61977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Phantom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9F11703-7D32-D76C-7A4C-72277A6535A9}"/>
              </a:ext>
            </a:extLst>
          </p:cNvPr>
          <p:cNvCxnSpPr>
            <a:cxnSpLocks/>
          </p:cNvCxnSpPr>
          <p:nvPr/>
        </p:nvCxnSpPr>
        <p:spPr>
          <a:xfrm>
            <a:off x="8813043" y="3666778"/>
            <a:ext cx="316821" cy="0"/>
          </a:xfrm>
          <a:prstGeom prst="straightConnector1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BAE5B8A-B4B1-DAF6-0F3F-3DA1BC5BC06D}"/>
              </a:ext>
            </a:extLst>
          </p:cNvPr>
          <p:cNvCxnSpPr>
            <a:cxnSpLocks/>
          </p:cNvCxnSpPr>
          <p:nvPr/>
        </p:nvCxnSpPr>
        <p:spPr>
          <a:xfrm flipV="1">
            <a:off x="9129860" y="2782429"/>
            <a:ext cx="0" cy="9094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04D9CCD-F256-A880-6CAA-145436F310B4}"/>
              </a:ext>
            </a:extLst>
          </p:cNvPr>
          <p:cNvSpPr/>
          <p:nvPr/>
        </p:nvSpPr>
        <p:spPr>
          <a:xfrm>
            <a:off x="6989564" y="3329975"/>
            <a:ext cx="1802697" cy="1196591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FFBA57-9C7B-3436-AAE4-CE0BCA7EF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072" y="3514932"/>
            <a:ext cx="826679" cy="826679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CA3EDEC-371B-EC17-9AB5-ABA5D63B1B4D}"/>
              </a:ext>
            </a:extLst>
          </p:cNvPr>
          <p:cNvCxnSpPr>
            <a:cxnSpLocks/>
          </p:cNvCxnSpPr>
          <p:nvPr/>
        </p:nvCxnSpPr>
        <p:spPr>
          <a:xfrm>
            <a:off x="7482440" y="2757373"/>
            <a:ext cx="0" cy="5587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E24D14F-FEE5-2477-2659-33DFECE72FD5}"/>
              </a:ext>
            </a:extLst>
          </p:cNvPr>
          <p:cNvCxnSpPr>
            <a:cxnSpLocks/>
          </p:cNvCxnSpPr>
          <p:nvPr/>
        </p:nvCxnSpPr>
        <p:spPr>
          <a:xfrm>
            <a:off x="8357747" y="2757373"/>
            <a:ext cx="0" cy="5587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B987424-3C8E-B06A-8B51-2E4F21F00DCE}"/>
              </a:ext>
            </a:extLst>
          </p:cNvPr>
          <p:cNvSpPr/>
          <p:nvPr/>
        </p:nvSpPr>
        <p:spPr>
          <a:xfrm>
            <a:off x="12570107" y="3621694"/>
            <a:ext cx="1338831" cy="697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Outputs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2A7CF16-4F06-7573-C85D-1DAFC66BC2CA}"/>
              </a:ext>
            </a:extLst>
          </p:cNvPr>
          <p:cNvCxnSpPr>
            <a:cxnSpLocks/>
          </p:cNvCxnSpPr>
          <p:nvPr/>
        </p:nvCxnSpPr>
        <p:spPr>
          <a:xfrm>
            <a:off x="11448879" y="3997303"/>
            <a:ext cx="10341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BB50373-1735-8A88-32DC-8249B1DAC400}"/>
              </a:ext>
            </a:extLst>
          </p:cNvPr>
          <p:cNvSpPr txBox="1"/>
          <p:nvPr/>
        </p:nvSpPr>
        <p:spPr>
          <a:xfrm>
            <a:off x="11361790" y="3654908"/>
            <a:ext cx="1121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Decrypt</a:t>
            </a:r>
          </a:p>
        </p:txBody>
      </p:sp>
    </p:spTree>
    <p:extLst>
      <p:ext uri="{BB962C8B-B14F-4D97-AF65-F5344CB8AC3E}">
        <p14:creationId xmlns:p14="http://schemas.microsoft.com/office/powerpoint/2010/main" val="201077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28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Rasoul Akhavan Mahdavi</dc:creator>
  <cp:lastModifiedBy>Rasoul Akhavan Mahdavi</cp:lastModifiedBy>
  <cp:revision>1</cp:revision>
  <cp:lastPrinted>2025-11-14T23:11:02Z</cp:lastPrinted>
  <dcterms:created xsi:type="dcterms:W3CDTF">2025-11-14T22:42:47Z</dcterms:created>
  <dcterms:modified xsi:type="dcterms:W3CDTF">2025-11-14T23:11:57Z</dcterms:modified>
</cp:coreProperties>
</file>